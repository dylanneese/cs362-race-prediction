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2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048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4071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Race Time Prediction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Machine Learning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4572000" cy="45720"/>
          </a:xfrm>
          <a:prstGeom prst="rect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362 – Artificial Intelligence &amp; Machine Learning  |  Spring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2560320" cy="731520"/>
          </a:xfrm>
          <a:prstGeom prst="rect">
            <a:avLst/>
          </a:prstGeom>
          <a:solidFill>
            <a:srgbClr val="1B4F72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0080" y="40965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3840480"/>
            <a:ext cx="2560320" cy="731520"/>
          </a:xfrm>
          <a:prstGeom prst="rect">
            <a:avLst/>
          </a:prstGeom>
          <a:solidFill>
            <a:srgbClr val="1B4F72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38862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474720" y="40965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scikit-learn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840480"/>
            <a:ext cx="2560320" cy="731520"/>
          </a:xfrm>
          <a:prstGeom prst="rect">
            <a:avLst/>
          </a:prstGeom>
          <a:solidFill>
            <a:srgbClr val="1B4F72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38862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309360" y="40965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Idea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28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training data predict your next race time?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362 – Race Time Prediction with 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"Given how a runner has been training, what time will they run on race day?"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25786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Mileage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944368"/>
            <a:ext cx="1691640" cy="256032"/>
          </a:xfrm>
          <a:prstGeom prst="rect">
            <a:avLst/>
          </a:prstGeom>
          <a:solidFill>
            <a:srgbClr val="E0F7FA"/>
          </a:solidFill>
          <a:ln w="63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953512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miles/week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201168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20848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83280" y="25786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Training Pace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0" y="2944368"/>
            <a:ext cx="1691640" cy="256032"/>
          </a:xfrm>
          <a:prstGeom prst="rect">
            <a:avLst/>
          </a:prstGeom>
          <a:solidFill>
            <a:srgbClr val="E0F7FA"/>
          </a:solidFill>
          <a:ln w="63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49040" y="2953512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MM:SS per mile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201168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20848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🏁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17920" y="25786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 Race Time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2944368"/>
            <a:ext cx="1691640" cy="256032"/>
          </a:xfrm>
          <a:prstGeom prst="rect">
            <a:avLst/>
          </a:prstGeom>
          <a:solidFill>
            <a:srgbClr val="E0F7FA"/>
          </a:solidFill>
          <a:ln w="63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0" y="2953512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MM:SS  (5K)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31920" y="3429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</a:rPr>
              <a:t>↓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3886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Output  →  Predicted 5K Race Time  (MM:SS)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the Output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8229600" cy="228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learned — and what the prediction means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4023360" cy="3017520"/>
          </a:xfrm>
          <a:prstGeom prst="rect">
            <a:avLst/>
          </a:prstGeom>
          <a:solidFill>
            <a:srgbClr val="0A1628"/>
          </a:solidFill>
          <a:ln w="63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Mileage weight:   -0.0024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545336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pace weight:   0.2406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76479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race weight:  0.7323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984248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20370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MAE:  0.009 minutes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R²:   0.999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642616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862072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Mileage:    100 mi/week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3081528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Pace:   6:48 /mi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30098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Race:  19:02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52044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739896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➜  Predicted: 18:41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987552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987552"/>
            <a:ext cx="64008" cy="8686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10424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📉  Mileage  (−0.0024)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13167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miles = slightly faster. Small weight but correct direction — the model knows mileage helps.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975104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1975104"/>
            <a:ext cx="64008" cy="8686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2029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Avg Pace  (0.2406)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2304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driver of the prediction. Faster training pace = faster race time.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962656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2962656"/>
            <a:ext cx="64008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30175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🏁  Last Race  (0.7323)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291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previous race strongly anchors the result. Past performance is the best predictor.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950208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63440" y="3950208"/>
            <a:ext cx="64008" cy="868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40050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100 mi/week = extrapolation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42793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only goes to 46 miles. The model is guessing beyond what it learned — a real limitation!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362 – Race Time Prediction with ML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28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is typed as MM:SS — the model handles the math behind the scenes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362 – Race Time Prediction with 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303520" cy="3840480"/>
          </a:xfrm>
          <a:prstGeom prst="rect">
            <a:avLst/>
          </a:prstGeom>
          <a:solidFill>
            <a:srgbClr val="0A1628"/>
          </a:solidFill>
          <a:ln w="635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MM:SS to decimal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3030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pace_to_decimal(pace_str):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s = pace_str.split(":")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145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int(m) + int(s) / 60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1259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&amp; convert data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331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pd.read_csv("data.csv")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5374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data["avg_pace"] = data["avg_pace"]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27432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.apply(pace_to_decimal)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9489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1546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3604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LinearRegression()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35661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model.fit(X, y)    # ← learns here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37719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39776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Predict (also uses MM:SS)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41833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pace = pace_to_decimal("6:30")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43891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model.predict([[45, pace, 18.57]])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0" y="1143000"/>
            <a:ext cx="2926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43600" y="1143000"/>
            <a:ext cx="64008" cy="731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80760" y="1197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CONVERTER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80760" y="1417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'6:30' into 6.5 so the math works.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2286000"/>
            <a:ext cx="2926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43600" y="2286000"/>
            <a:ext cx="64008" cy="7315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80760" y="2340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CONVERT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80760" y="2560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data.csv and converts the whole pace column automatically.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3246120"/>
            <a:ext cx="2926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943600" y="3246120"/>
            <a:ext cx="64008" cy="731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80760" y="33009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80760" y="3520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model.fit() is where learning happens.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43600" y="4069080"/>
            <a:ext cx="2926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943600" y="4069080"/>
            <a:ext cx="64008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80760" y="41239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80760" y="4343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any pace as MM:SS — get a race time back.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Time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Race Time Prediction — Individual Handout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810512"/>
            <a:ext cx="8046720" cy="685800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Grab the handout being passed around and work through it individually.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72491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Quick Thinking: answer the warm-up questions on the handout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227832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227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25526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Read through the dataset and the sample Python code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758184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758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78561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Answer the 5 analysis questions in complete sentences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288536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288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431596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Extension: modify one variable and explain how the prediction changes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4114800" cy="320040"/>
          </a:xfrm>
          <a:prstGeom prst="rect">
            <a:avLst/>
          </a:prstGeom>
          <a:solidFill>
            <a:srgbClr val="0E7490">
              <a:alpha val="70000"/>
            </a:srgbClr>
          </a:solidFill>
          <a:ln w="63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Estimated Time: 25–30 minutes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 &amp;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28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what the model can and can't do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362 – Race Time Prediction with 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64008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Q1:  Can AI accurately predict human athletic performance?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64008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103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Q2:  What are the ethical risks of using ML to evaluate athletes?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1363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Limitations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584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Small dataset (15 rows)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858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train/test split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Missing features: sleep, weather, 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4407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Assumes linear relationships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39319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3931920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31363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Real World Uses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584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Garmin Coach race predictions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3858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Nike Run Club pacing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4133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Marathon split planning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4407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 sports load management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626864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Takeaway:  ML is a tool — powerful, but only as good as the data behind it.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6129</TotalTime>
  <Words>668</Words>
  <Application>Microsoft Macintosh PowerPoint</Application>
  <PresentationFormat>On-screen Show (16:9)</PresentationFormat>
  <Paragraphs>104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Race Time Prediction – CS 362</dc:title>
  <dc:subject>PptxGenJS Presentation</dc:subject>
  <dc:creator>PptxGenJS</dc:creator>
  <cp:lastModifiedBy>Neese, Dylan M</cp:lastModifiedBy>
  <cp:revision>3</cp:revision>
  <dcterms:created xsi:type="dcterms:W3CDTF">2026-04-12T20:23:42Z</dcterms:created>
  <dcterms:modified xsi:type="dcterms:W3CDTF">2026-04-19T18:53:47Z</dcterms:modified>
</cp:coreProperties>
</file>